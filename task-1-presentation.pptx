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602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425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552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676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700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489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9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965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779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241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74002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2524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349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61189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429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059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4199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59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59536" y="847266"/>
            <a:ext cx="80741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/>
              <a:t>Digital Literacy: Skills for Smart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33977" y="1648372"/>
            <a:ext cx="492525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dirty="0"/>
              <a:t>What is Digital Literacy?</a:t>
            </a:r>
          </a:p>
          <a:p>
            <a:pPr algn="ctr"/>
            <a:r>
              <a:rPr sz="1600" dirty="0"/>
              <a:t>Ability to use digital tools effectively, safely, and responsibly.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542265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/>
              <a:t>Useful Tools</a:t>
            </a:r>
          </a:p>
          <a:p>
            <a:r>
              <a:rPr sz="1600" dirty="0"/>
              <a:t>Google Docs, Excel, Notion, Canva,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438144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/>
              <a:t>Safe Internet Practices</a:t>
            </a:r>
          </a:p>
          <a:p>
            <a:r>
              <a:rPr sz="1600" dirty="0"/>
              <a:t>Strong passwords, avoid suspicious links, protect personal info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248834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/>
              <a:t>Professional Online Presence</a:t>
            </a:r>
          </a:p>
          <a:p>
            <a:r>
              <a:rPr sz="1600" dirty="0"/>
              <a:t>Use a proper profile, share meaningful content, avoid offensive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/>
              <a:t>Email Etiquette</a:t>
            </a:r>
          </a:p>
          <a:p>
            <a:r>
              <a:rPr sz="1600" dirty="0"/>
              <a:t>Clear subject, polite tone, no slang, proper closing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0434" y="5892969"/>
            <a:ext cx="411234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dirty="0"/>
              <a:t>Be Smart. Be Safe. Be Digitally Literate.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</TotalTime>
  <Words>87</Words>
  <Application>Microsoft Office PowerPoint</Application>
  <PresentationFormat>On-screen Show (4:3)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Garamond</vt:lpstr>
      <vt:lpstr>Organic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Gaurav Kumar Singh</cp:lastModifiedBy>
  <cp:revision>2</cp:revision>
  <dcterms:created xsi:type="dcterms:W3CDTF">2013-01-27T09:14:16Z</dcterms:created>
  <dcterms:modified xsi:type="dcterms:W3CDTF">2026-03-19T11:48:07Z</dcterms:modified>
  <cp:category/>
</cp:coreProperties>
</file>